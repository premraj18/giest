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tmp" ContentType="image/png"/>
  <Default Extension="wma" ContentType="audio/x-ms-wma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689" r:id="rId1"/>
  </p:sldMasterIdLst>
  <p:notesMasterIdLst>
    <p:notesMasterId r:id="rId4"/>
  </p:notesMasterIdLst>
  <p:handoutMasterIdLst>
    <p:handoutMasterId r:id="rId5"/>
  </p:handout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33CC33"/>
    <a:srgbClr val="B11FA7"/>
    <a:srgbClr val="00CC0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7" d="100"/>
          <a:sy n="107" d="100"/>
        </p:scale>
        <p:origin x="714" y="10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handoutMaster" Target="handoutMasters/handoutMaster1.xml"/><Relationship Id="rId4" Type="http://schemas.openxmlformats.org/officeDocument/2006/relationships/notesMaster" Target="notesMasters/notesMaster1.xml"/><Relationship Id="rId9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380823B-8202-4095-AC10-3C6C7D778E43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BACC7D-3D9C-4C15-B47C-566CD0D6728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73199810"/>
      </p:ext>
    </p:extLst>
  </p:cSld>
  <p:clrMap bg1="lt1" tx1="dk1" bg2="lt2" tx2="dk2" accent1="accent1" accent2="accent2" accent3="accent3" accent4="accent4" accent5="accent5" accent6="accent6" hlink="hlink" folHlink="folHlink"/>
  <p:hf hdr="0" ft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E66E028-93C3-46FD-A15E-6CCE991C69B2}" type="datetimeFigureOut">
              <a:rPr lang="en-US" smtClean="0"/>
              <a:t>9/26/2025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4EDC603F-338A-4C16-92AA-59CD09D68B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7720212"/>
      </p:ext>
    </p:extLst>
  </p:cSld>
  <p:clrMap bg1="lt1" tx1="dk1" bg2="lt2" tx2="dk2" accent1="accent1" accent2="accent2" accent3="accent3" accent4="accent4" accent5="accent5" accent6="accent6" hlink="hlink" folHlink="folHlink"/>
  <p:hf hdr="0" ft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4EDC603F-338A-4C16-92AA-59CD09D68B3A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8988956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anchor="b">
            <a:normAutofit/>
          </a:bodyPr>
          <a:lstStyle>
            <a:lvl1pPr algn="l">
              <a:lnSpc>
                <a:spcPct val="85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00051" y="4455621"/>
            <a:ext cx="10058400" cy="1143000"/>
          </a:xfrm>
        </p:spPr>
        <p:txBody>
          <a:bodyPr lIns="91440" rIns="9144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E098B4C-3B29-474E-9C6C-3B422DF0F2F6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1994366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401FEE9-6E55-4432-8552-BEB4D6B8D2A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8941707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anchor="b" anchorCtr="0">
            <a:normAutofit/>
          </a:bodyPr>
          <a:lstStyle>
            <a:lvl1pPr>
              <a:lnSpc>
                <a:spcPct val="85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4453128"/>
            <a:ext cx="10058400" cy="1143000"/>
          </a:xfrm>
        </p:spPr>
        <p:txBody>
          <a:bodyPr lIns="91440" rIns="9144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2"/>
                </a:solidFill>
                <a:latin typeface="+mj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D2B68B4-4815-4520-ADC0-33024FC1ACA9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  <p:cxnSp>
        <p:nvCxnSpPr>
          <p:cNvPr id="9" name="Straight Connector 8"/>
          <p:cNvCxnSpPr/>
          <p:nvPr/>
        </p:nvCxnSpPr>
        <p:spPr>
          <a:xfrm>
            <a:off x="1207658" y="4343400"/>
            <a:ext cx="987552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08250835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le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97278" y="1845734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17920" y="1845735"/>
            <a:ext cx="4937760" cy="40233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3BE435-6BC7-45A7-9AA0-9EB4B45F1DD3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7866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le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9728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17920" y="1846052"/>
            <a:ext cx="4937760" cy="736282"/>
          </a:xfrm>
        </p:spPr>
        <p:txBody>
          <a:bodyPr lIns="91440" rIns="9144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2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17920" y="2582334"/>
            <a:ext cx="4937760" cy="33782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8EDEC80-BC8A-43EA-9307-F1213B8E6348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840582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8D7EF6A-49E6-40FA-8C55-F53EB3616A15}" type="datetime1">
              <a:rPr lang="en-US" smtClean="0"/>
              <a:t>9/26/2025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742715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6" name="Rectangle 5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C52A408-A3E8-410A-BFF7-527A7B0C315C}" type="datetime1">
              <a:rPr lang="en-US" smtClean="0"/>
              <a:t>9/26/2025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</a:lstStyle>
          <a:p>
            <a:r>
              <a:rPr lang="en-US"/>
              <a:t>GIEST-2024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35210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16" y="0"/>
            <a:ext cx="4050791" cy="6858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4040071" y="0"/>
            <a:ext cx="64008" cy="6858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594359"/>
            <a:ext cx="3200400" cy="2286000"/>
          </a:xfrm>
        </p:spPr>
        <p:txBody>
          <a:bodyPr anchor="b">
            <a:norm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800600" y="731520"/>
            <a:ext cx="6492240" cy="52578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2926080"/>
            <a:ext cx="3200400" cy="3379124"/>
          </a:xfrm>
        </p:spPr>
        <p:txBody>
          <a:bodyPr lIns="91440" rIns="91440">
            <a:normAutofit/>
          </a:bodyPr>
          <a:lstStyle>
            <a:lvl1pPr marL="0" indent="0"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465512" y="6459785"/>
            <a:ext cx="2618510" cy="365125"/>
          </a:xfrm>
        </p:spPr>
        <p:txBody>
          <a:bodyPr/>
          <a:lstStyle>
            <a:lvl1pPr algn="l">
              <a:defRPr/>
            </a:lvl1pPr>
          </a:lstStyle>
          <a:p>
            <a:fld id="{716ED1C0-EC03-4AAC-AC43-24580384D5C2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800600" y="6459785"/>
            <a:ext cx="4648200" cy="365125"/>
          </a:xfrm>
        </p:spPr>
        <p:txBody>
          <a:bodyPr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r>
              <a:rPr lang="en-US"/>
              <a:t>GIEST-2024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31956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>
          <a:xfrm>
            <a:off x="0" y="4953000"/>
            <a:ext cx="12188825" cy="19050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491507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097280" y="5074920"/>
            <a:ext cx="10113645" cy="822960"/>
          </a:xfrm>
        </p:spPr>
        <p:txBody>
          <a:bodyPr lIns="91440" tIns="0" rIns="91440" bIns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915076"/>
          </a:xfrm>
          <a:solidFill>
            <a:schemeClr val="bg2">
              <a:lumMod val="90000"/>
            </a:schemeClr>
          </a:solidFill>
        </p:spPr>
        <p:txBody>
          <a:bodyPr lIns="457200" tIns="45720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097280" y="5907024"/>
            <a:ext cx="10113264" cy="594360"/>
          </a:xfrm>
        </p:spPr>
        <p:txBody>
          <a:bodyPr lIns="91440" tIns="0" rIns="91440" bIns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5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D25CDF1-3374-4909-825D-4B559E89DE21}" type="datetime1">
              <a:rPr lang="en-US" smtClean="0"/>
              <a:t>9/26/2025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8551969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B597B66-9D7F-45D1-812C-36F8D756BFED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244640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8" name="Rectangle 7"/>
          <p:cNvSpPr/>
          <p:nvPr/>
        </p:nvSpPr>
        <p:spPr>
          <a:xfrm>
            <a:off x="15" y="6334316"/>
            <a:ext cx="12188825" cy="64008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36DDD49-4EE0-4758-BB77-9544ECBCC71A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GIEST-2024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8700863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>
          <a:xfrm>
            <a:off x="1" y="6400800"/>
            <a:ext cx="12192000" cy="4572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9" name="Rectangle 8"/>
          <p:cNvSpPr/>
          <p:nvPr/>
        </p:nvSpPr>
        <p:spPr>
          <a:xfrm>
            <a:off x="15" y="6334316"/>
            <a:ext cx="12191985" cy="66484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97280" y="1845734"/>
            <a:ext cx="10058400" cy="4023360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97280" y="6459785"/>
            <a:ext cx="2472271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rgbClr val="FFFFFF"/>
                </a:solidFill>
              </a:defRPr>
            </a:lvl1pPr>
          </a:lstStyle>
          <a:p>
            <a:fld id="{E8A9125A-258E-4E74-849A-B018FC045982}" type="datetime1">
              <a:rPr lang="en-US" smtClean="0"/>
              <a:t>9/26/2025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686185" y="6459785"/>
            <a:ext cx="482280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900" cap="all" baseline="0">
                <a:solidFill>
                  <a:srgbClr val="FFFFFF"/>
                </a:solidFill>
              </a:defRPr>
            </a:lvl1pPr>
          </a:lstStyle>
          <a:p>
            <a:r>
              <a:rPr lang="en-US"/>
              <a:t>GIEST-2024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9900458" y="6459785"/>
            <a:ext cx="131202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50">
                <a:solidFill>
                  <a:srgbClr val="FFFFFF"/>
                </a:solidFill>
              </a:defRPr>
            </a:lvl1pPr>
          </a:lstStyle>
          <a:p>
            <a:fld id="{B46835F2-C00B-4005-879C-6D2C56367DB2}" type="slidenum">
              <a:rPr lang="en-US" smtClean="0"/>
              <a:t>‹#›</a:t>
            </a:fld>
            <a:endParaRPr lang="en-US"/>
          </a:p>
        </p:txBody>
      </p:sp>
      <p:cxnSp>
        <p:nvCxnSpPr>
          <p:cNvPr id="10" name="Straight Connector 9"/>
          <p:cNvCxnSpPr/>
          <p:nvPr/>
        </p:nvCxnSpPr>
        <p:spPr>
          <a:xfrm>
            <a:off x="1193532" y="1737845"/>
            <a:ext cx="9966960" cy="0"/>
          </a:xfrm>
          <a:prstGeom prst="line">
            <a:avLst/>
          </a:prstGeom>
          <a:ln w="635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1497239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90" r:id="rId1"/>
    <p:sldLayoutId id="2147483691" r:id="rId2"/>
    <p:sldLayoutId id="2147483692" r:id="rId3"/>
    <p:sldLayoutId id="2147483693" r:id="rId4"/>
    <p:sldLayoutId id="2147483694" r:id="rId5"/>
    <p:sldLayoutId id="2147483695" r:id="rId6"/>
    <p:sldLayoutId id="2147483696" r:id="rId7"/>
    <p:sldLayoutId id="2147483697" r:id="rId8"/>
    <p:sldLayoutId id="2147483698" r:id="rId9"/>
    <p:sldLayoutId id="2147483699" r:id="rId10"/>
    <p:sldLayoutId id="2147483700" r:id="rId11"/>
  </p:sldLayoutIdLst>
  <p:hf sldNum="0" hdr="0"/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80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9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20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4.png"/><Relationship Id="rId13" Type="http://schemas.openxmlformats.org/officeDocument/2006/relationships/image" Target="../media/image9.png"/><Relationship Id="rId3" Type="http://schemas.openxmlformats.org/officeDocument/2006/relationships/slideLayout" Target="../slideLayouts/slideLayout1.xml"/><Relationship Id="rId7" Type="http://schemas.openxmlformats.org/officeDocument/2006/relationships/image" Target="../media/image3.tmp"/><Relationship Id="rId12" Type="http://schemas.openxmlformats.org/officeDocument/2006/relationships/image" Target="../media/image8.png"/><Relationship Id="rId2" Type="http://schemas.openxmlformats.org/officeDocument/2006/relationships/audio" Target="../media/media1.wma"/><Relationship Id="rId1" Type="http://schemas.microsoft.com/office/2007/relationships/media" Target="../media/media1.wma"/><Relationship Id="rId6" Type="http://schemas.openxmlformats.org/officeDocument/2006/relationships/image" Target="../media/image2.png"/><Relationship Id="rId11" Type="http://schemas.openxmlformats.org/officeDocument/2006/relationships/image" Target="../media/image7.png"/><Relationship Id="rId5" Type="http://schemas.openxmlformats.org/officeDocument/2006/relationships/image" Target="../media/image1.png"/><Relationship Id="rId10" Type="http://schemas.openxmlformats.org/officeDocument/2006/relationships/image" Target="../media/image6.png"/><Relationship Id="rId4" Type="http://schemas.openxmlformats.org/officeDocument/2006/relationships/notesSlide" Target="../notesSlides/notesSlide1.xml"/><Relationship Id="rId9" Type="http://schemas.openxmlformats.org/officeDocument/2006/relationships/image" Target="../media/image5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audio" Target="../media/media2.wma"/><Relationship Id="rId1" Type="http://schemas.microsoft.com/office/2007/relationships/media" Target="../media/media2.wma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Subtitle 2">
            <a:extLst>
              <a:ext uri="{FF2B5EF4-FFF2-40B4-BE49-F238E27FC236}">
                <a16:creationId xmlns:a16="http://schemas.microsoft.com/office/drawing/2014/main" id="{C5AFDBE7-59F2-491E-AA12-EA8AAF9C84F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415636" y="1399452"/>
            <a:ext cx="11083635" cy="1217057"/>
          </a:xfrm>
        </p:spPr>
        <p:txBody>
          <a:bodyPr>
            <a:noAutofit/>
          </a:bodyPr>
          <a:lstStyle/>
          <a:p>
            <a:pPr algn="ctr"/>
            <a:r>
              <a:rPr lang="en-US" b="1" dirty="0">
                <a:solidFill>
                  <a:srgbClr val="B11FA7"/>
                </a:solidFill>
                <a:latin typeface="Arial Narrow" panose="020B0606020202030204" pitchFamily="34" charset="0"/>
              </a:rPr>
              <a:t>“2025 IEEE 2</a:t>
            </a:r>
            <a:r>
              <a:rPr lang="en-US" b="1" baseline="30000" dirty="0">
                <a:solidFill>
                  <a:srgbClr val="B11FA7"/>
                </a:solidFill>
                <a:latin typeface="Arial Narrow" panose="020B0606020202030204" pitchFamily="34" charset="0"/>
              </a:rPr>
              <a:t>nd</a:t>
            </a:r>
            <a:r>
              <a:rPr lang="en-US" b="1" dirty="0">
                <a:solidFill>
                  <a:srgbClr val="B11FA7"/>
                </a:solidFill>
                <a:latin typeface="Arial Narrow" panose="020B0606020202030204" pitchFamily="34" charset="0"/>
              </a:rPr>
              <a:t>  International Conference on Green Industrial Electronics and Sustainable Technologies (GIEST-2025)” </a:t>
            </a:r>
          </a:p>
          <a:p>
            <a:pPr algn="ctr">
              <a:spcBef>
                <a:spcPts val="600"/>
              </a:spcBef>
            </a:pPr>
            <a:r>
              <a:rPr lang="en-US" b="1" dirty="0">
                <a:solidFill>
                  <a:srgbClr val="33CC33"/>
                </a:solidFill>
                <a:latin typeface="Arial Narrow" panose="020B0606020202030204" pitchFamily="34" charset="0"/>
              </a:rPr>
              <a:t>11</a:t>
            </a:r>
            <a:r>
              <a:rPr lang="en-US" b="1" baseline="30000" dirty="0">
                <a:solidFill>
                  <a:srgbClr val="33CC33"/>
                </a:solidFill>
                <a:latin typeface="Arial Narrow" panose="020B0606020202030204" pitchFamily="34" charset="0"/>
              </a:rPr>
              <a:t>th</a:t>
            </a:r>
            <a:r>
              <a:rPr lang="en-US" b="1" dirty="0">
                <a:solidFill>
                  <a:srgbClr val="33CC33"/>
                </a:solidFill>
                <a:latin typeface="Arial Narrow" panose="020B0606020202030204" pitchFamily="34" charset="0"/>
              </a:rPr>
              <a:t> -13</a:t>
            </a:r>
            <a:r>
              <a:rPr lang="en-US" b="1" baseline="30000" dirty="0">
                <a:solidFill>
                  <a:srgbClr val="33CC33"/>
                </a:solidFill>
                <a:latin typeface="Arial Narrow" panose="020B0606020202030204" pitchFamily="34" charset="0"/>
              </a:rPr>
              <a:t>th</a:t>
            </a:r>
            <a:r>
              <a:rPr lang="en-US" b="1" dirty="0">
                <a:solidFill>
                  <a:srgbClr val="33CC33"/>
                </a:solidFill>
                <a:latin typeface="Arial Narrow" panose="020B0606020202030204" pitchFamily="34" charset="0"/>
              </a:rPr>
              <a:t> Oct. 2025 </a:t>
            </a:r>
            <a:endParaRPr lang="en-IN" sz="2800" dirty="0">
              <a:solidFill>
                <a:srgbClr val="33CC33"/>
              </a:solidFill>
              <a:latin typeface="Arial Narrow" panose="020B0606020202030204" pitchFamily="34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B368461-97E0-48EF-A106-CF0C5F20AE87}"/>
              </a:ext>
            </a:extLst>
          </p:cNvPr>
          <p:cNvSpPr txBox="1"/>
          <p:nvPr/>
        </p:nvSpPr>
        <p:spPr>
          <a:xfrm>
            <a:off x="3705856" y="3681113"/>
            <a:ext cx="4276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[Paper Title]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24107" y="4817327"/>
            <a:ext cx="326280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Authors: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083170" y="4632661"/>
            <a:ext cx="1559081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</p:txBody>
      </p:sp>
      <p:sp>
        <p:nvSpPr>
          <p:cNvPr id="2" name="Rectangle 1"/>
          <p:cNvSpPr/>
          <p:nvPr/>
        </p:nvSpPr>
        <p:spPr>
          <a:xfrm>
            <a:off x="4165598" y="2730321"/>
            <a:ext cx="3055067" cy="646331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sz="2800" b="1" dirty="0"/>
              <a:t>[</a:t>
            </a:r>
            <a:r>
              <a:rPr lang="en-US" sz="2800" b="1" dirty="0">
                <a:solidFill>
                  <a:srgbClr val="00B0F0"/>
                </a:solidFill>
              </a:rPr>
              <a:t>Paper ID</a:t>
            </a:r>
            <a:r>
              <a:rPr lang="en-US" sz="2800" b="1" dirty="0"/>
              <a:t>:  </a:t>
            </a:r>
            <a:r>
              <a:rPr lang="en-US" sz="3600" b="1" dirty="0"/>
              <a:t>XXXX </a:t>
            </a:r>
            <a:r>
              <a:rPr lang="en-US" sz="2800" b="1" dirty="0"/>
              <a:t>]</a:t>
            </a:r>
          </a:p>
        </p:txBody>
      </p:sp>
      <p:sp>
        <p:nvSpPr>
          <p:cNvPr id="13" name="TextBox 12">
            <a:extLst>
              <a:ext uri="{FF2B5EF4-FFF2-40B4-BE49-F238E27FC236}">
                <a16:creationId xmlns:a16="http://schemas.microsoft.com/office/drawing/2014/main" id="{4B368461-97E0-48EF-A106-CF0C5F20AE87}"/>
              </a:ext>
            </a:extLst>
          </p:cNvPr>
          <p:cNvSpPr txBox="1"/>
          <p:nvPr/>
        </p:nvSpPr>
        <p:spPr>
          <a:xfrm>
            <a:off x="4165598" y="5815910"/>
            <a:ext cx="427643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2400" b="1" dirty="0"/>
              <a:t>[Author’s Affiliation]</a:t>
            </a:r>
          </a:p>
        </p:txBody>
      </p:sp>
      <p:pic>
        <p:nvPicPr>
          <p:cNvPr id="14" name="Picture 13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17486" y="70916"/>
            <a:ext cx="1630632" cy="957929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762788" y="134606"/>
            <a:ext cx="1831433" cy="891635"/>
          </a:xfrm>
          <a:prstGeom prst="rect">
            <a:avLst/>
          </a:prstGeom>
          <a:ln>
            <a:noFill/>
          </a:ln>
        </p:spPr>
      </p:pic>
      <p:pic>
        <p:nvPicPr>
          <p:cNvPr id="24" name="Picture 23" descr="Screen Clipping"/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670765" y="103143"/>
            <a:ext cx="1521235" cy="866237"/>
          </a:xfrm>
          <a:prstGeom prst="rect">
            <a:avLst/>
          </a:prstGeom>
        </p:spPr>
      </p:pic>
      <p:pic>
        <p:nvPicPr>
          <p:cNvPr id="17" name="Picture 16"/>
          <p:cNvPicPr/>
          <p:nvPr/>
        </p:nvPicPr>
        <p:blipFill>
          <a:blip r:embed="rId8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5640" y="-1"/>
            <a:ext cx="1439215" cy="1124627"/>
          </a:xfrm>
          <a:prstGeom prst="rect">
            <a:avLst/>
          </a:prstGeom>
        </p:spPr>
      </p:pic>
      <p:pic>
        <p:nvPicPr>
          <p:cNvPr id="4" name="Audio 3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9"/>
          <a:stretch>
            <a:fillRect/>
          </a:stretch>
        </p:blipFill>
        <p:spPr>
          <a:xfrm>
            <a:off x="11462324" y="5610805"/>
            <a:ext cx="487362" cy="487362"/>
          </a:xfrm>
          <a:prstGeom prst="rect">
            <a:avLst/>
          </a:prstGeom>
        </p:spPr>
      </p:pic>
      <p:pic>
        <p:nvPicPr>
          <p:cNvPr id="8" name="Picture 7">
            <a:extLst>
              <a:ext uri="{FF2B5EF4-FFF2-40B4-BE49-F238E27FC236}">
                <a16:creationId xmlns:a16="http://schemas.microsoft.com/office/drawing/2014/main" id="{9CB38F90-063F-475A-A8BE-067A4FD013D4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231399" y="28086"/>
            <a:ext cx="1603192" cy="1124627"/>
          </a:xfrm>
          <a:prstGeom prst="rect">
            <a:avLst/>
          </a:prstGeom>
        </p:spPr>
      </p:pic>
      <p:pic>
        <p:nvPicPr>
          <p:cNvPr id="10" name="Picture 9">
            <a:extLst>
              <a:ext uri="{FF2B5EF4-FFF2-40B4-BE49-F238E27FC236}">
                <a16:creationId xmlns:a16="http://schemas.microsoft.com/office/drawing/2014/main" id="{F57EA314-99BA-450D-9BBF-464B5AF550C8}"/>
              </a:ext>
            </a:extLst>
          </p:cNvPr>
          <p:cNvPicPr>
            <a:picLocks noChangeAspect="1"/>
          </p:cNvPicPr>
          <p:nvPr/>
        </p:nvPicPr>
        <p:blipFill>
          <a:blip r:embed="rId11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67392" y="87381"/>
            <a:ext cx="1142325" cy="1099684"/>
          </a:xfrm>
          <a:prstGeom prst="rect">
            <a:avLst/>
          </a:prstGeom>
        </p:spPr>
      </p:pic>
      <p:pic>
        <p:nvPicPr>
          <p:cNvPr id="19" name="Picture 18">
            <a:extLst>
              <a:ext uri="{FF2B5EF4-FFF2-40B4-BE49-F238E27FC236}">
                <a16:creationId xmlns:a16="http://schemas.microsoft.com/office/drawing/2014/main" id="{885EEABA-5AEE-4CC2-B554-47E0BA1E8569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05112" y="46003"/>
            <a:ext cx="1231835" cy="1231835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id="{E420E5DD-909C-4279-A810-C831610FC19E}"/>
              </a:ext>
            </a:extLst>
          </p:cNvPr>
          <p:cNvPicPr>
            <a:picLocks noChangeAspect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41551" y="100893"/>
            <a:ext cx="1521236" cy="101415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73469635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7652"/>
    </mc:Choice>
    <mc:Fallback xmlns="">
      <p:transition spd="slow" advTm="7652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4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4"/>
                </p:tgtEl>
              </p:cMediaNode>
            </p:audio>
          </p:childTnLst>
        </p:cTn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9620112" y="6459782"/>
            <a:ext cx="2472271" cy="365125"/>
          </a:xfrm>
        </p:spPr>
        <p:txBody>
          <a:bodyPr vert="horz" lIns="91440" tIns="45720" rIns="91440" bIns="45720" rtlCol="0" anchor="ctr"/>
          <a:lstStyle/>
          <a:p>
            <a:pPr algn="r"/>
            <a:fld id="{3CD1EF30-979E-4669-8973-B0A99E229A59}" type="datetime1">
              <a:rPr lang="en-US" sz="1200" cap="all" smtClean="0">
                <a:solidFill>
                  <a:schemeClr val="tx1"/>
                </a:solidFill>
                <a:latin typeface="Arial Black" panose="020B0A04020102020204" pitchFamily="34" charset="0"/>
              </a:rPr>
              <a:t>9/26/2025</a:t>
            </a:fld>
            <a:endParaRPr lang="en-US" sz="1200" cap="all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117794" y="6459783"/>
            <a:ext cx="4822804" cy="365125"/>
          </a:xfrm>
        </p:spPr>
        <p:txBody>
          <a:bodyPr/>
          <a:lstStyle/>
          <a:p>
            <a:pPr algn="l"/>
            <a:r>
              <a:rPr lang="en-US" sz="1200">
                <a:solidFill>
                  <a:schemeClr val="tx1"/>
                </a:solidFill>
                <a:latin typeface="Arial Black" panose="020B0A04020102020204" pitchFamily="34" charset="0"/>
              </a:rPr>
              <a:t>GIEST-2024</a:t>
            </a:r>
            <a:endParaRPr lang="en-US" sz="1200" dirty="0">
              <a:solidFill>
                <a:schemeClr val="tx1"/>
              </a:solidFill>
              <a:latin typeface="Arial Black" panose="020B0A04020102020204" pitchFamily="34" charset="0"/>
            </a:endParaRPr>
          </a:p>
        </p:txBody>
      </p:sp>
      <p:pic>
        <p:nvPicPr>
          <p:cNvPr id="2" name="Audio 1">
            <a:hlinkClick r:id="" action="ppaction://media"/>
          </p:cNvPr>
          <p:cNvPicPr>
            <a:picLocks noChangeAspect="1"/>
          </p:cNvPicPr>
          <p:nvPr>
            <a:audioFile r:link="rId2"/>
            <p:extLst>
              <p:ext uri="{DAA4B4D4-6D71-4841-9C94-3DE7FCFB9230}">
                <p14:media xmlns:p14="http://schemas.microsoft.com/office/powerpoint/2010/main" r:embed="rId1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1552238" y="6218238"/>
            <a:ext cx="487362" cy="48736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757886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slow" p14:dur="2000" advTm="9160"/>
    </mc:Choice>
    <mc:Fallback xmlns="">
      <p:transition spd="slow" advTm="9160"/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mediacall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cmd type="call" cmd="playFrom(0.0)">
                                      <p:cBhvr>
                                        <p:cTn id="6" dur="1" fill="hold"/>
                                        <p:tgtEl>
                                          <p:spTgt spid="2"/>
                                        </p:tgtEl>
                                      </p:cBhvr>
                                    </p:cmd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  <p:audio isNarration="1">
              <p:cMediaNode vol="80000" showWhenStopped="0">
                <p:cTn id="7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2"/>
                </p:tgtEl>
              </p:cMediaNode>
            </p:audio>
          </p:childTnLst>
        </p:cTn>
      </p:par>
    </p:tnLst>
  </p:timing>
</p:sld>
</file>

<file path=ppt/theme/theme1.xml><?xml version="1.0" encoding="utf-8"?>
<a:theme xmlns:a="http://schemas.openxmlformats.org/drawingml/2006/main" name="Retrospect">
  <a:themeElements>
    <a:clrScheme name="Retrospect">
      <a:dk1>
        <a:sysClr val="windowText" lastClr="000000"/>
      </a:dk1>
      <a:lt1>
        <a:sysClr val="window" lastClr="FFFFFF"/>
      </a:lt1>
      <a:dk2>
        <a:srgbClr val="455F51"/>
      </a:dk2>
      <a:lt2>
        <a:srgbClr val="E2DFCC"/>
      </a:lt2>
      <a:accent1>
        <a:srgbClr val="99CB38"/>
      </a:accent1>
      <a:accent2>
        <a:srgbClr val="63A537"/>
      </a:accent2>
      <a:accent3>
        <a:srgbClr val="37A76F"/>
      </a:accent3>
      <a:accent4>
        <a:srgbClr val="44C1A3"/>
      </a:accent4>
      <a:accent5>
        <a:srgbClr val="4EB3CF"/>
      </a:accent5>
      <a:accent6>
        <a:srgbClr val="51C3F9"/>
      </a:accent6>
      <a:hlink>
        <a:srgbClr val="6B9F25"/>
      </a:hlink>
      <a:folHlink>
        <a:srgbClr val="B26B02"/>
      </a:folHlink>
    </a:clrScheme>
    <a:fontScheme name="Retrospect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Retrospect" id="{5F128B03-DCCA-4EEB-AB3B-CF2899314A46}" vid="{D26EA377-59BD-4C9C-9D94-EE8416EE4C79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Retrospect</Template>
  <TotalTime>57</TotalTime>
  <Words>44</Words>
  <Application>Microsoft Office PowerPoint</Application>
  <PresentationFormat>Widescreen</PresentationFormat>
  <Paragraphs>10</Paragraphs>
  <Slides>2</Slides>
  <Notes>1</Notes>
  <HiddenSlides>0</HiddenSlides>
  <MMClips>2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8" baseType="lpstr">
      <vt:lpstr>Arial Black</vt:lpstr>
      <vt:lpstr>Arial Narrow</vt:lpstr>
      <vt:lpstr>Calibri</vt:lpstr>
      <vt:lpstr>Calibri Light</vt:lpstr>
      <vt:lpstr>Times New Roman</vt:lpstr>
      <vt:lpstr>Retrospect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ICSTE 2023</dc:title>
  <dc:creator>PHD</dc:creator>
  <cp:lastModifiedBy>arvind kumar prajapati</cp:lastModifiedBy>
  <cp:revision>17</cp:revision>
  <dcterms:created xsi:type="dcterms:W3CDTF">2023-02-08T06:46:42Z</dcterms:created>
  <dcterms:modified xsi:type="dcterms:W3CDTF">2025-09-26T13:43:08Z</dcterms:modified>
</cp:coreProperties>
</file>